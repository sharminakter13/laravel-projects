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2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2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7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2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6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8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B639C-3142-4CBF-ADFA-73D8F6303B7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FF18-40E0-4405-89BE-021CBF9F4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239" y="0"/>
            <a:ext cx="12295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2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Sharmin Akter</dc:creator>
  <cp:lastModifiedBy>Sharmin Akter</cp:lastModifiedBy>
  <cp:revision>1</cp:revision>
  <dcterms:created xsi:type="dcterms:W3CDTF">2025-10-30T16:36:34Z</dcterms:created>
  <dcterms:modified xsi:type="dcterms:W3CDTF">2025-10-30T16:39:52Z</dcterms:modified>
</cp:coreProperties>
</file>