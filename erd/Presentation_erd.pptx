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 autoCompressPictures="0">
  <p:sldMasterIdLst>
    <p:sldMasterId id="2147483659" r:id="rId4"/>
  </p:sldMasterIdLst>
  <p:notesMasterIdLst>
    <p:notesMasterId r:id="rId6"/>
  </p:notesMasterIdLst>
  <p:sldIdLst>
    <p:sldId id="258" r:id="rId5"/>
  </p:sldIdLst>
  <p:sldSz cx="7772400" cy="10058400"/>
  <p:notesSz cx="7102475" cy="93884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40" d="100"/>
          <a:sy n="40" d="100"/>
        </p:scale>
        <p:origin x="237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2190750" y="704850"/>
            <a:ext cx="2720975" cy="35194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94213" rIns="94213" bIns="94213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2192338" y="704850"/>
            <a:ext cx="2719387" cy="35194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1550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‹#›</a:t>
            </a:fld>
            <a:endParaRPr lang="en-U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196712" y="928048"/>
            <a:ext cx="4989437" cy="132383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440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5278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‹#›</a:t>
            </a:fld>
            <a:endParaRPr lang="en-US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‹#›</a:t>
            </a:fld>
            <a:endParaRPr lang="en-U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264945" y="142124"/>
            <a:ext cx="7242600" cy="562744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200" b="1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77462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‹#›</a:t>
            </a:fld>
            <a:endParaRPr lang="en-U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‹#›</a:t>
            </a:fld>
            <a:endParaRPr lang="en-US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‹#›</a:t>
            </a:fld>
            <a:endParaRPr lang="en-US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‹#›</a:t>
            </a:fld>
            <a:endParaRPr lang="en-U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noProof="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‹#›</a:t>
            </a:fld>
            <a:endParaRPr lang="en-US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‹#›</a:t>
            </a:fld>
            <a:endParaRPr lang="en-US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‹#›</a:t>
            </a:fld>
            <a:endParaRPr lang="en-US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‹#›</a:t>
            </a:fld>
            <a:endParaRPr 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lang="en-US" noProof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lang="en-US" noProof="0"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‹#›</a:t>
            </a:fld>
            <a:endParaRPr lang="en-US" noProof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0" r:id="rId2"/>
    <p:sldLayoutId id="2147483649" r:id="rId3"/>
    <p:sldLayoutId id="214748365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143002" y="1143001"/>
            <a:ext cx="10058402" cy="777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11062_How to ace a Skype interview_AAS_v3" id="{EC2698C0-9B21-4747-B955-D2B889B192CB}" vid="{F6A11080-2F6D-4989-8524-B20EBC7758D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03EBB4-024F-47DB-973C-8577E021001A}">
  <ds:schemaRefs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76FF186-BD25-4F7E-9998-C208B3ECEB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58B2A1-0516-4926-B3DE-9B57AF31CF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How to Ace a Skype Interview</Template>
  <TotalTime>0</TotalTime>
  <Words>0</Words>
  <Application>Microsoft Office PowerPoint</Application>
  <PresentationFormat>Custom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2025-10-31T15:43:42Z</dcterms:created>
  <dcterms:modified xsi:type="dcterms:W3CDTF">2025-10-31T15:47:02Z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